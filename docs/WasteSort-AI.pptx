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FAD459-9BE5-49CC-979C-575EE764F57F}" v="41" dt="2026-04-05T13:10:10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34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utikaagovindan1207@outlook.com" userId="27b51e4c5ce57343" providerId="LiveId" clId="{886B1AF3-9394-4357-8BCD-847C36C7E332}"/>
    <pc:docChg chg="addSld modSld">
      <pc:chgData name="kirutikaagovindan1207@outlook.com" userId="27b51e4c5ce57343" providerId="LiveId" clId="{886B1AF3-9394-4357-8BCD-847C36C7E332}" dt="2026-04-05T13:10:30.018" v="332" actId="5793"/>
      <pc:docMkLst>
        <pc:docMk/>
      </pc:docMkLst>
      <pc:sldChg chg="addSp delSp modSp new mod">
        <pc:chgData name="kirutikaagovindan1207@outlook.com" userId="27b51e4c5ce57343" providerId="LiveId" clId="{886B1AF3-9394-4357-8BCD-847C36C7E332}" dt="2026-04-05T12:51:09.456" v="40" actId="1076"/>
        <pc:sldMkLst>
          <pc:docMk/>
          <pc:sldMk cId="616848532" sldId="258"/>
        </pc:sldMkLst>
        <pc:spChg chg="add mod">
          <ac:chgData name="kirutikaagovindan1207@outlook.com" userId="27b51e4c5ce57343" providerId="LiveId" clId="{886B1AF3-9394-4357-8BCD-847C36C7E332}" dt="2026-04-05T12:51:05.100" v="39" actId="1076"/>
          <ac:spMkLst>
            <pc:docMk/>
            <pc:sldMk cId="616848532" sldId="258"/>
            <ac:spMk id="2" creationId="{E098F072-5677-E50C-3218-F47842EF3AD8}"/>
          </ac:spMkLst>
        </pc:spChg>
        <pc:spChg chg="add del mod">
          <ac:chgData name="kirutikaagovindan1207@outlook.com" userId="27b51e4c5ce57343" providerId="LiveId" clId="{886B1AF3-9394-4357-8BCD-847C36C7E332}" dt="2026-04-05T12:49:52.053" v="24"/>
          <ac:spMkLst>
            <pc:docMk/>
            <pc:sldMk cId="616848532" sldId="258"/>
            <ac:spMk id="3" creationId="{3ECC8A19-505F-FF28-5E2B-F429496757DA}"/>
          </ac:spMkLst>
        </pc:spChg>
        <pc:spChg chg="add mod">
          <ac:chgData name="kirutikaagovindan1207@outlook.com" userId="27b51e4c5ce57343" providerId="LiveId" clId="{886B1AF3-9394-4357-8BCD-847C36C7E332}" dt="2026-04-05T12:51:09.456" v="40" actId="1076"/>
          <ac:spMkLst>
            <pc:docMk/>
            <pc:sldMk cId="616848532" sldId="258"/>
            <ac:spMk id="4" creationId="{57744924-81C0-5D1E-D8C1-7566BEA22A1A}"/>
          </ac:spMkLst>
        </pc:spChg>
      </pc:sldChg>
      <pc:sldChg chg="addSp delSp modSp new mod">
        <pc:chgData name="kirutikaagovindan1207@outlook.com" userId="27b51e4c5ce57343" providerId="LiveId" clId="{886B1AF3-9394-4357-8BCD-847C36C7E332}" dt="2026-04-05T12:56:07.542" v="88" actId="1076"/>
        <pc:sldMkLst>
          <pc:docMk/>
          <pc:sldMk cId="3302562023" sldId="259"/>
        </pc:sldMkLst>
        <pc:spChg chg="add mod">
          <ac:chgData name="kirutikaagovindan1207@outlook.com" userId="27b51e4c5ce57343" providerId="LiveId" clId="{886B1AF3-9394-4357-8BCD-847C36C7E332}" dt="2026-04-05T12:56:03.422" v="87" actId="1076"/>
          <ac:spMkLst>
            <pc:docMk/>
            <pc:sldMk cId="3302562023" sldId="259"/>
            <ac:spMk id="2" creationId="{54F8DD81-0D82-8D25-7100-E96CDCB23AEC}"/>
          </ac:spMkLst>
        </pc:spChg>
        <pc:spChg chg="add del mod">
          <ac:chgData name="kirutikaagovindan1207@outlook.com" userId="27b51e4c5ce57343" providerId="LiveId" clId="{886B1AF3-9394-4357-8BCD-847C36C7E332}" dt="2026-04-05T12:55:38.390" v="76"/>
          <ac:spMkLst>
            <pc:docMk/>
            <pc:sldMk cId="3302562023" sldId="259"/>
            <ac:spMk id="3" creationId="{85B42748-BD79-2C9D-F503-85E50ED71836}"/>
          </ac:spMkLst>
        </pc:spChg>
        <pc:spChg chg="add mod">
          <ac:chgData name="kirutikaagovindan1207@outlook.com" userId="27b51e4c5ce57343" providerId="LiveId" clId="{886B1AF3-9394-4357-8BCD-847C36C7E332}" dt="2026-04-05T12:56:07.542" v="88" actId="1076"/>
          <ac:spMkLst>
            <pc:docMk/>
            <pc:sldMk cId="3302562023" sldId="259"/>
            <ac:spMk id="4" creationId="{3D122247-690F-BBFE-BC58-C9FE30C80D05}"/>
          </ac:spMkLst>
        </pc:spChg>
      </pc:sldChg>
      <pc:sldChg chg="addSp delSp modSp add mod">
        <pc:chgData name="kirutikaagovindan1207@outlook.com" userId="27b51e4c5ce57343" providerId="LiveId" clId="{886B1AF3-9394-4357-8BCD-847C36C7E332}" dt="2026-04-05T12:58:30.418" v="135" actId="1076"/>
        <pc:sldMkLst>
          <pc:docMk/>
          <pc:sldMk cId="3690679269" sldId="260"/>
        </pc:sldMkLst>
        <pc:spChg chg="mod">
          <ac:chgData name="kirutikaagovindan1207@outlook.com" userId="27b51e4c5ce57343" providerId="LiveId" clId="{886B1AF3-9394-4357-8BCD-847C36C7E332}" dt="2026-04-05T12:58:26.318" v="134" actId="1076"/>
          <ac:spMkLst>
            <pc:docMk/>
            <pc:sldMk cId="3690679269" sldId="260"/>
            <ac:spMk id="2" creationId="{84627528-EAFC-CAF2-2ACA-D5F30376ED9E}"/>
          </ac:spMkLst>
        </pc:spChg>
        <pc:spChg chg="add mod">
          <ac:chgData name="kirutikaagovindan1207@outlook.com" userId="27b51e4c5ce57343" providerId="LiveId" clId="{886B1AF3-9394-4357-8BCD-847C36C7E332}" dt="2026-04-05T12:58:30.418" v="135" actId="1076"/>
          <ac:spMkLst>
            <pc:docMk/>
            <pc:sldMk cId="3690679269" sldId="260"/>
            <ac:spMk id="3" creationId="{EBC1D3FE-D5A5-26A7-962C-1523A28E7630}"/>
          </ac:spMkLst>
        </pc:spChg>
        <pc:spChg chg="del mod">
          <ac:chgData name="kirutikaagovindan1207@outlook.com" userId="27b51e4c5ce57343" providerId="LiveId" clId="{886B1AF3-9394-4357-8BCD-847C36C7E332}" dt="2026-04-05T12:58:02.194" v="125"/>
          <ac:spMkLst>
            <pc:docMk/>
            <pc:sldMk cId="3690679269" sldId="260"/>
            <ac:spMk id="4" creationId="{1115B19D-D5BE-EA4A-85F2-30DDB2129BF6}"/>
          </ac:spMkLst>
        </pc:spChg>
      </pc:sldChg>
      <pc:sldChg chg="addSp delSp modSp new mod">
        <pc:chgData name="kirutikaagovindan1207@outlook.com" userId="27b51e4c5ce57343" providerId="LiveId" clId="{886B1AF3-9394-4357-8BCD-847C36C7E332}" dt="2026-04-05T13:01:20.301" v="222"/>
        <pc:sldMkLst>
          <pc:docMk/>
          <pc:sldMk cId="2197920935" sldId="261"/>
        </pc:sldMkLst>
        <pc:spChg chg="add mod">
          <ac:chgData name="kirutikaagovindan1207@outlook.com" userId="27b51e4c5ce57343" providerId="LiveId" clId="{886B1AF3-9394-4357-8BCD-847C36C7E332}" dt="2026-04-05T13:01:08.056" v="218" actId="1076"/>
          <ac:spMkLst>
            <pc:docMk/>
            <pc:sldMk cId="2197920935" sldId="261"/>
            <ac:spMk id="2" creationId="{EA6C6418-84A7-A9D5-6C74-5E33BD7B31B3}"/>
          </ac:spMkLst>
        </pc:spChg>
        <pc:spChg chg="add del mod">
          <ac:chgData name="kirutikaagovindan1207@outlook.com" userId="27b51e4c5ce57343" providerId="LiveId" clId="{886B1AF3-9394-4357-8BCD-847C36C7E332}" dt="2026-04-05T13:01:20.301" v="222"/>
          <ac:spMkLst>
            <pc:docMk/>
            <pc:sldMk cId="2197920935" sldId="261"/>
            <ac:spMk id="3" creationId="{48A81B0D-90F4-A58F-3C69-0A3A1400F216}"/>
          </ac:spMkLst>
        </pc:spChg>
        <pc:spChg chg="add mod">
          <ac:chgData name="kirutikaagovindan1207@outlook.com" userId="27b51e4c5ce57343" providerId="LiveId" clId="{886B1AF3-9394-4357-8BCD-847C36C7E332}" dt="2026-04-05T13:01:11.178" v="219" actId="1076"/>
          <ac:spMkLst>
            <pc:docMk/>
            <pc:sldMk cId="2197920935" sldId="261"/>
            <ac:spMk id="4" creationId="{03AEE80A-D7F1-FA05-B9B0-9480E24C9048}"/>
          </ac:spMkLst>
        </pc:spChg>
      </pc:sldChg>
      <pc:sldChg chg="add">
        <pc:chgData name="kirutikaagovindan1207@outlook.com" userId="27b51e4c5ce57343" providerId="LiveId" clId="{886B1AF3-9394-4357-8BCD-847C36C7E332}" dt="2026-04-05T13:01:20.292" v="220" actId="2890"/>
        <pc:sldMkLst>
          <pc:docMk/>
          <pc:sldMk cId="3153786529" sldId="262"/>
        </pc:sldMkLst>
      </pc:sldChg>
      <pc:sldChg chg="addSp delSp modSp add mod">
        <pc:chgData name="kirutikaagovindan1207@outlook.com" userId="27b51e4c5ce57343" providerId="LiveId" clId="{886B1AF3-9394-4357-8BCD-847C36C7E332}" dt="2026-04-05T13:06:37.614" v="252"/>
        <pc:sldMkLst>
          <pc:docMk/>
          <pc:sldMk cId="1644140772" sldId="263"/>
        </pc:sldMkLst>
        <pc:spChg chg="mod">
          <ac:chgData name="kirutikaagovindan1207@outlook.com" userId="27b51e4c5ce57343" providerId="LiveId" clId="{886B1AF3-9394-4357-8BCD-847C36C7E332}" dt="2026-04-05T13:05:21.665" v="235" actId="20577"/>
          <ac:spMkLst>
            <pc:docMk/>
            <pc:sldMk cId="1644140772" sldId="263"/>
            <ac:spMk id="2" creationId="{22D7B06C-B1B0-89A9-5007-92532970E99B}"/>
          </ac:spMkLst>
        </pc:spChg>
        <pc:spChg chg="del mod">
          <ac:chgData name="kirutikaagovindan1207@outlook.com" userId="27b51e4c5ce57343" providerId="LiveId" clId="{886B1AF3-9394-4357-8BCD-847C36C7E332}" dt="2026-04-05T13:06:37.614" v="252"/>
          <ac:spMkLst>
            <pc:docMk/>
            <pc:sldMk cId="1644140772" sldId="263"/>
            <ac:spMk id="4" creationId="{E8DDCF0E-5023-1591-7B0E-2200B1434D8E}"/>
          </ac:spMkLst>
        </pc:spChg>
        <pc:spChg chg="add mod">
          <ac:chgData name="kirutikaagovindan1207@outlook.com" userId="27b51e4c5ce57343" providerId="LiveId" clId="{886B1AF3-9394-4357-8BCD-847C36C7E332}" dt="2026-04-05T13:06:34.910" v="250" actId="1076"/>
          <ac:spMkLst>
            <pc:docMk/>
            <pc:sldMk cId="1644140772" sldId="263"/>
            <ac:spMk id="5" creationId="{FCFCC258-B217-D7DB-3122-D1FA816AECDC}"/>
          </ac:spMkLst>
        </pc:spChg>
      </pc:sldChg>
      <pc:sldChg chg="addSp delSp modSp add mod">
        <pc:chgData name="kirutikaagovindan1207@outlook.com" userId="27b51e4c5ce57343" providerId="LiveId" clId="{886B1AF3-9394-4357-8BCD-847C36C7E332}" dt="2026-04-05T13:08:42.920" v="283"/>
        <pc:sldMkLst>
          <pc:docMk/>
          <pc:sldMk cId="570277304" sldId="264"/>
        </pc:sldMkLst>
        <pc:spChg chg="mod">
          <ac:chgData name="kirutikaagovindan1207@outlook.com" userId="27b51e4c5ce57343" providerId="LiveId" clId="{886B1AF3-9394-4357-8BCD-847C36C7E332}" dt="2026-04-05T13:07:36.137" v="263" actId="20577"/>
          <ac:spMkLst>
            <pc:docMk/>
            <pc:sldMk cId="570277304" sldId="264"/>
            <ac:spMk id="2" creationId="{23F23044-81FC-A562-DCF2-8C05B0859C19}"/>
          </ac:spMkLst>
        </pc:spChg>
        <pc:spChg chg="add mod">
          <ac:chgData name="kirutikaagovindan1207@outlook.com" userId="27b51e4c5ce57343" providerId="LiveId" clId="{886B1AF3-9394-4357-8BCD-847C36C7E332}" dt="2026-04-05T13:08:41.627" v="281" actId="1076"/>
          <ac:spMkLst>
            <pc:docMk/>
            <pc:sldMk cId="570277304" sldId="264"/>
            <ac:spMk id="4" creationId="{3ACE84E3-8988-AC83-FFAA-532712AE0478}"/>
          </ac:spMkLst>
        </pc:spChg>
        <pc:spChg chg="del mod">
          <ac:chgData name="kirutikaagovindan1207@outlook.com" userId="27b51e4c5ce57343" providerId="LiveId" clId="{886B1AF3-9394-4357-8BCD-847C36C7E332}" dt="2026-04-05T13:08:42.920" v="283"/>
          <ac:spMkLst>
            <pc:docMk/>
            <pc:sldMk cId="570277304" sldId="264"/>
            <ac:spMk id="5" creationId="{4F381461-54D0-3E4D-834B-D0ED4FDF1F7D}"/>
          </ac:spMkLst>
        </pc:spChg>
      </pc:sldChg>
      <pc:sldChg chg="addSp delSp modSp add mod">
        <pc:chgData name="kirutikaagovindan1207@outlook.com" userId="27b51e4c5ce57343" providerId="LiveId" clId="{886B1AF3-9394-4357-8BCD-847C36C7E332}" dt="2026-04-05T13:10:30.018" v="332" actId="5793"/>
        <pc:sldMkLst>
          <pc:docMk/>
          <pc:sldMk cId="2963071964" sldId="265"/>
        </pc:sldMkLst>
        <pc:spChg chg="mod">
          <ac:chgData name="kirutikaagovindan1207@outlook.com" userId="27b51e4c5ce57343" providerId="LiveId" clId="{886B1AF3-9394-4357-8BCD-847C36C7E332}" dt="2026-04-05T13:09:39.628" v="314" actId="14100"/>
          <ac:spMkLst>
            <pc:docMk/>
            <pc:sldMk cId="2963071964" sldId="265"/>
            <ac:spMk id="2" creationId="{0E8DAF25-EEBE-2D2C-9600-A2AFCC8D3C66}"/>
          </ac:spMkLst>
        </pc:spChg>
        <pc:spChg chg="mod">
          <ac:chgData name="kirutikaagovindan1207@outlook.com" userId="27b51e4c5ce57343" providerId="LiveId" clId="{886B1AF3-9394-4357-8BCD-847C36C7E332}" dt="2026-04-05T13:10:03.426" v="317" actId="1076"/>
          <ac:spMkLst>
            <pc:docMk/>
            <pc:sldMk cId="2963071964" sldId="265"/>
            <ac:spMk id="3" creationId="{12BCCDD8-F54D-8BC0-264F-9AAF77C0C84E}"/>
          </ac:spMkLst>
        </pc:spChg>
        <pc:spChg chg="del mod">
          <ac:chgData name="kirutikaagovindan1207@outlook.com" userId="27b51e4c5ce57343" providerId="LiveId" clId="{886B1AF3-9394-4357-8BCD-847C36C7E332}" dt="2026-04-05T13:10:04.774" v="319"/>
          <ac:spMkLst>
            <pc:docMk/>
            <pc:sldMk cId="2963071964" sldId="265"/>
            <ac:spMk id="4" creationId="{45684F11-0BC9-6F1E-9CD4-FF5F76CB8C37}"/>
          </ac:spMkLst>
        </pc:spChg>
        <pc:spChg chg="add mod">
          <ac:chgData name="kirutikaagovindan1207@outlook.com" userId="27b51e4c5ce57343" providerId="LiveId" clId="{886B1AF3-9394-4357-8BCD-847C36C7E332}" dt="2026-04-05T13:10:30.018" v="332" actId="5793"/>
          <ac:spMkLst>
            <pc:docMk/>
            <pc:sldMk cId="2963071964" sldId="265"/>
            <ac:spMk id="5" creationId="{07C3F999-F973-98B0-2A49-B85A2594ADE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9D88-7E15-8B12-C8F3-9F94AB70F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9970F-A9B6-1637-DC22-8B643F605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A4352-BB63-504C-4583-5F1E4F50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C3455-73D8-ADA6-9C35-919DE210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94B2C-4BEB-B88F-841F-7738135C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8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7590-B454-CF69-891C-DF5D8E81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50DD3-18CF-DEF8-EC9E-B3B896415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F45CD-E534-C1CC-1C82-B19452892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824F9-5191-23B4-24A9-E803A760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14D84-AD0A-8FA7-4503-E987122B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9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1876-ACB7-DB21-86A1-044323078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AF5A8-09D5-33AE-C8D6-51D981D2B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AB144-B79A-B50B-3725-E8F6C808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C0872-7060-AA43-0A34-B79281D5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C7B15-0122-11D1-AC0F-24162737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7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0309-D5E2-29F0-ECF2-D6F956B5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BA57-BCB4-7D52-A10F-41469C24A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0AB3D-97D8-DAE1-DA76-F2F8F0FB5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7A4A7-4AED-9665-F188-160CD92A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92F4A-064E-7311-66A2-5A9ED071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C0018-84FA-899A-A45B-097428A7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2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454E-2082-6E90-EF93-62C0CE85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5049D-2D39-299D-B2E6-013C95B15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3F23E-A02E-4D73-7A96-C84C07A3C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64A00-670D-5620-2173-D5CE1E400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D4D37-5B56-2A28-694E-1E87FE39F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37541-D1C3-6C7D-C509-85CF9C4F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38805-83D7-EDBA-64B9-A13FA655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C24D9-3AA8-5320-35BD-5E6D3F84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902A-F3FB-ECEE-1155-CFA475249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E4794-CDE2-EF2C-316F-6DD44D54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87AF4-14C1-DEB6-D82C-36ADB2C7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37CF6-FE36-BE27-EC03-52CC9540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9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91B69-CD26-0643-538E-7C96C5FC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6F17D-716D-7470-4AEA-73FEEACB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883C5-8949-50AA-4826-22269086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1230-7CF4-EABE-E754-8D494117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5649-C1BB-0EE4-CBFB-D805A5A4D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47F25-50E3-D510-A2FE-06F211B7D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3CE04-8D31-92EA-D036-B63EA1CF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96E1D-7ED2-92BC-298A-B2D38051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317DE-DB32-C269-D2C0-3B7685C7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5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1511-AF26-018B-4A3B-7A753461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C96681-8A35-55A2-33DE-3289EEFE6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1DE40-54D5-D9CE-9D73-4A64361CE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564AC-446B-8001-083F-165A517B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1BDA-6F8C-FA79-522A-68D98BDB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91EAA-4618-8268-055F-18D7BD9A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5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7B77-C65B-19FC-07C8-0BA5C1E2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A40E2-435A-5916-71DE-E9E1C1B18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4018-540B-50B5-3DD8-E5827D56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6F58D-859B-F300-8FE6-F67C4987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2F201-AB00-1E7A-A4B4-95336339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0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94BA9C-A732-7A8B-5ADD-8DBAA2207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08E07-BE29-2F7B-33FA-86C4D2547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76144-7C52-E656-B048-724C1E30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8561C-F779-B4BE-BA89-D40215A7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E81F0-BF2B-B329-6B58-154D0826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2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89595-5106-75D9-3A53-3CBAF841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6572C-BCDA-161D-0FE0-C546DC44F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00195-B314-ACCD-25C4-E5344804B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ABC34-DB0C-4123-B88F-E225E8636BD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BD8C2-A852-4931-9932-820184035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12653-2390-8FB7-A75D-6C692891A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6045F-B943-42C5-ADD1-D55AFAEFE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8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83ADE-3BC0-F1CF-9320-90D273634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WasteSort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-AI: Image-Based Waste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42715-BF50-E296-E1FF-53736A473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</a:t>
            </a:r>
          </a:p>
          <a:p>
            <a:r>
              <a:rPr lang="en-US" b="1" dirty="0"/>
              <a:t>KIRUTIKAA G(RA2311026050104)</a:t>
            </a:r>
          </a:p>
          <a:p>
            <a:r>
              <a:rPr lang="en-US" b="1" dirty="0"/>
              <a:t>MADHUMITHA M(RA2311026050103)</a:t>
            </a:r>
          </a:p>
        </p:txBody>
      </p:sp>
    </p:spTree>
    <p:extLst>
      <p:ext uri="{BB962C8B-B14F-4D97-AF65-F5344CB8AC3E}">
        <p14:creationId xmlns:p14="http://schemas.microsoft.com/office/powerpoint/2010/main" val="176140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85F8-41BA-6793-0F45-86345F8F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C0E60-1030-C468-3C0E-6C163120432C}"/>
              </a:ext>
            </a:extLst>
          </p:cNvPr>
          <p:cNvSpPr txBox="1"/>
          <p:nvPr/>
        </p:nvSpPr>
        <p:spPr>
          <a:xfrm>
            <a:off x="838200" y="1690688"/>
            <a:ext cx="103431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 is a major environmental challenge in today’s world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waste segregation leads to population and inefficient recycling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sorting of waste is time-consuming and prone to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and intelligent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Artificial Intelligence to classify waste 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recyclable and non-recyclable waste efficiently</a:t>
            </a:r>
          </a:p>
        </p:txBody>
      </p:sp>
    </p:spTree>
    <p:extLst>
      <p:ext uri="{BB962C8B-B14F-4D97-AF65-F5344CB8AC3E}">
        <p14:creationId xmlns:p14="http://schemas.microsoft.com/office/powerpoint/2010/main" val="429089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8F072-5677-E50C-3218-F47842EF3AD8}"/>
              </a:ext>
            </a:extLst>
          </p:cNvPr>
          <p:cNvSpPr txBox="1"/>
          <p:nvPr/>
        </p:nvSpPr>
        <p:spPr>
          <a:xfrm>
            <a:off x="503340" y="384873"/>
            <a:ext cx="45216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744924-81C0-5D1E-D8C1-7566BEA22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19" y="1364036"/>
            <a:ext cx="1039396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Improper segregation leads to pollution and poor recycling efficiency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AI-based waste classification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image-based machine learning to classify waste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Categorizes waste into recyclable and non-recyclable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effort and improves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waste management 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84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F8DD81-0D82-8D25-7100-E96CDCB23AEC}"/>
              </a:ext>
            </a:extLst>
          </p:cNvPr>
          <p:cNvSpPr txBox="1"/>
          <p:nvPr/>
        </p:nvSpPr>
        <p:spPr>
          <a:xfrm>
            <a:off x="553674" y="415622"/>
            <a:ext cx="7592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122247-690F-BBFE-BC58-C9FE30C80D0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6621" y="1455857"/>
            <a:ext cx="1012551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segregation is mostly done manually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 is time-consuming and inefficient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human error in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Improper segregation leads to pollution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efficiency of recycling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and intelligent solution </a:t>
            </a:r>
          </a:p>
        </p:txBody>
      </p:sp>
    </p:spTree>
    <p:extLst>
      <p:ext uri="{BB962C8B-B14F-4D97-AF65-F5344CB8AC3E}">
        <p14:creationId xmlns:p14="http://schemas.microsoft.com/office/powerpoint/2010/main" val="330256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9CFE9-60BE-0A43-F315-DF1FB3858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27528-EAFC-CAF2-2ACA-D5F30376ED9E}"/>
              </a:ext>
            </a:extLst>
          </p:cNvPr>
          <p:cNvSpPr txBox="1"/>
          <p:nvPr/>
        </p:nvSpPr>
        <p:spPr>
          <a:xfrm>
            <a:off x="562063" y="415622"/>
            <a:ext cx="7592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C1D3FE-D5A5-26A7-962C-1523A28E7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063" y="1543652"/>
            <a:ext cx="1114057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waste classification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waste segregation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recycling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environmental pollution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user-friendly system for real-world use </a:t>
            </a:r>
          </a:p>
        </p:txBody>
      </p:sp>
    </p:spTree>
    <p:extLst>
      <p:ext uri="{BB962C8B-B14F-4D97-AF65-F5344CB8AC3E}">
        <p14:creationId xmlns:p14="http://schemas.microsoft.com/office/powerpoint/2010/main" val="369067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C6418-84A7-A9D5-6C74-5E33BD7B31B3}"/>
              </a:ext>
            </a:extLst>
          </p:cNvPr>
          <p:cNvSpPr txBox="1"/>
          <p:nvPr/>
        </p:nvSpPr>
        <p:spPr>
          <a:xfrm>
            <a:off x="536895" y="553673"/>
            <a:ext cx="56709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AEE80A-D7F1-FA05-B9B0-9480E24C9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66" y="1702965"/>
            <a:ext cx="1026812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 Kaggle Waste Classification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labeled images of waste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Recyclable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Non-recyclable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training and testing the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92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F648-D216-A376-A282-49B4C18B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27295-E619-5DAA-ABC4-6F3C74C7E33C}"/>
              </a:ext>
            </a:extLst>
          </p:cNvPr>
          <p:cNvSpPr txBox="1"/>
          <p:nvPr/>
        </p:nvSpPr>
        <p:spPr>
          <a:xfrm>
            <a:off x="536895" y="553673"/>
            <a:ext cx="56709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FF91C-5CEF-C904-2367-29E04A12F8BD}"/>
              </a:ext>
            </a:extLst>
          </p:cNvPr>
          <p:cNvSpPr txBox="1"/>
          <p:nvPr/>
        </p:nvSpPr>
        <p:spPr>
          <a:xfrm>
            <a:off x="687897" y="1702965"/>
            <a:ext cx="11048301" cy="447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66EC3B-1CBD-52F3-FE9C-0D89BE83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66" y="1702965"/>
            <a:ext cx="1026812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 Kaggle Waste Classification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labeled images of waste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Recyclable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Non-recyclable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training and testing the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78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1B950-4AFB-EED0-2D16-3EB09E04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7B06C-B1B0-89A9-5007-92532970E99B}"/>
              </a:ext>
            </a:extLst>
          </p:cNvPr>
          <p:cNvSpPr txBox="1"/>
          <p:nvPr/>
        </p:nvSpPr>
        <p:spPr>
          <a:xfrm>
            <a:off x="536895" y="553673"/>
            <a:ext cx="56709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3F886-ACEB-EEC8-29EB-B8EED975B3FC}"/>
              </a:ext>
            </a:extLst>
          </p:cNvPr>
          <p:cNvSpPr txBox="1"/>
          <p:nvPr/>
        </p:nvSpPr>
        <p:spPr>
          <a:xfrm>
            <a:off x="687897" y="1702965"/>
            <a:ext cx="11048301" cy="447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CFCC258-B217-D7DB-3122-D1FA816AE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50" y="1738715"/>
            <a:ext cx="1081620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Kaggle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(image resizing, normalization)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using deep learning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on test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waste category from input images </a:t>
            </a:r>
          </a:p>
        </p:txBody>
      </p:sp>
    </p:spTree>
    <p:extLst>
      <p:ext uri="{BB962C8B-B14F-4D97-AF65-F5344CB8AC3E}">
        <p14:creationId xmlns:p14="http://schemas.microsoft.com/office/powerpoint/2010/main" val="164414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9264-6ADE-C703-5D54-FF0F7692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23044-81FC-A562-DCF2-8C05B0859C19}"/>
              </a:ext>
            </a:extLst>
          </p:cNvPr>
          <p:cNvSpPr txBox="1"/>
          <p:nvPr/>
        </p:nvSpPr>
        <p:spPr>
          <a:xfrm>
            <a:off x="536895" y="553673"/>
            <a:ext cx="56709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ECFA3-1582-8F41-FD66-7738F6A23870}"/>
              </a:ext>
            </a:extLst>
          </p:cNvPr>
          <p:cNvSpPr txBox="1"/>
          <p:nvPr/>
        </p:nvSpPr>
        <p:spPr>
          <a:xfrm>
            <a:off x="687897" y="1702965"/>
            <a:ext cx="11048301" cy="447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CE84E3-8988-AC83-FFAA-532712AE0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02" y="1819332"/>
            <a:ext cx="1051979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Interpretation </a:t>
            </a:r>
          </a:p>
        </p:txBody>
      </p:sp>
    </p:spTree>
    <p:extLst>
      <p:ext uri="{BB962C8B-B14F-4D97-AF65-F5344CB8AC3E}">
        <p14:creationId xmlns:p14="http://schemas.microsoft.com/office/powerpoint/2010/main" val="57027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2635D-A397-F8D1-7BA8-322DA55C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8DAF25-EEBE-2D2C-9600-A2AFCC8D3C66}"/>
              </a:ext>
            </a:extLst>
          </p:cNvPr>
          <p:cNvSpPr txBox="1"/>
          <p:nvPr/>
        </p:nvSpPr>
        <p:spPr>
          <a:xfrm>
            <a:off x="536894" y="553673"/>
            <a:ext cx="8741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CCDD8-F54D-8BC0-264F-9AAF77C0C84E}"/>
              </a:ext>
            </a:extLst>
          </p:cNvPr>
          <p:cNvSpPr txBox="1"/>
          <p:nvPr/>
        </p:nvSpPr>
        <p:spPr>
          <a:xfrm>
            <a:off x="1523999" y="4370664"/>
            <a:ext cx="11048301" cy="447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C3F999-F973-98B0-2A49-B85A2594A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02" y="1764966"/>
            <a:ext cx="1081620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user interface) </a:t>
            </a:r>
          </a:p>
        </p:txBody>
      </p:sp>
    </p:spTree>
    <p:extLst>
      <p:ext uri="{BB962C8B-B14F-4D97-AF65-F5344CB8AC3E}">
        <p14:creationId xmlns:p14="http://schemas.microsoft.com/office/powerpoint/2010/main" val="296307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304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WasteSort-AI: Image-Based Waste Classification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kirutikaagovindan1207@outlook.com</dc:creator>
  <cp:lastModifiedBy>kirutikaagovindan1207@outlook.com</cp:lastModifiedBy>
  <cp:revision>1</cp:revision>
  <dcterms:created xsi:type="dcterms:W3CDTF">2026-04-05T12:46:22Z</dcterms:created>
  <dcterms:modified xsi:type="dcterms:W3CDTF">2026-04-05T13:10:32Z</dcterms:modified>
</cp:coreProperties>
</file>